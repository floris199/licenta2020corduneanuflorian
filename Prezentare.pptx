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0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9" r:id="rId7"/>
    <p:sldId id="276" r:id="rId8"/>
    <p:sldId id="262" r:id="rId9"/>
    <p:sldId id="263" r:id="rId10"/>
    <p:sldId id="264" r:id="rId11"/>
    <p:sldId id="271" r:id="rId12"/>
    <p:sldId id="27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CD5F7-021A-466D-9017-5E14BE80C6E8}" type="datetimeFigureOut">
              <a:rPr lang="en-US" smtClean="0"/>
              <a:pPr/>
              <a:t>2/4/2020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158F6-DA88-4F6F-92B7-12A91D71E1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42332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69C74917-087C-49BF-862B-9759B358E752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DA8E1-B4C4-4D78-8F2A-6C94AC7FAD6A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CE6D9-5411-4BD6-9DB1-BA43D1210E30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C613F-3137-43CF-AE61-0213F4DB0C5C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B32D682B-6FD0-4673-BB50-9B9AE6118290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B551A62A-B34E-4A78-8C8B-B78334CEF70A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AA025-B878-4200-8A14-64BF1C63E416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52630-489B-47D0-BBE7-B738ED282200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DD08-38E0-491C-8DBF-C3E9BBC0FC75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CD1CE-0927-4792-88E3-27399B8CBE20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75C33-4E41-4544-9302-E8F314E708E4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E946CCF4-05B1-4B51-B96B-53A7BEC95F47}" type="datetime1">
              <a:rPr lang="en-US" smtClean="0"/>
              <a:pPr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3200" dirty="0" smtClean="0">
                <a:latin typeface="Times New Roman" pitchFamily="18" charset="0"/>
                <a:cs typeface="Times New Roman" pitchFamily="18" charset="0"/>
              </a:rPr>
              <a:t>Detectarea </a:t>
            </a:r>
            <a:r>
              <a:rPr lang="it-IT" sz="3200" dirty="0" smtClean="0">
                <a:latin typeface="Times New Roman" pitchFamily="18" charset="0"/>
                <a:cs typeface="Times New Roman" pitchFamily="18" charset="0"/>
              </a:rPr>
              <a:t>malariei folosind învățarea automată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o-RO" sz="1600" dirty="0" smtClean="0">
                <a:latin typeface="+mj-lt"/>
              </a:rPr>
              <a:t>Student: </a:t>
            </a:r>
            <a:r>
              <a:rPr lang="en-US" sz="1600" dirty="0" err="1" smtClean="0">
                <a:latin typeface="+mj-lt"/>
              </a:rPr>
              <a:t>Corduneanu</a:t>
            </a:r>
            <a:r>
              <a:rPr lang="en-US" sz="1600" dirty="0" smtClean="0">
                <a:latin typeface="+mj-lt"/>
              </a:rPr>
              <a:t> </a:t>
            </a:r>
            <a:r>
              <a:rPr lang="en-US" sz="1600" dirty="0" err="1" smtClean="0">
                <a:latin typeface="+mj-lt"/>
              </a:rPr>
              <a:t>Florian</a:t>
            </a:r>
            <a:endParaRPr lang="ro-RO" sz="1600" dirty="0" smtClean="0">
              <a:latin typeface="+mj-lt"/>
            </a:endParaRPr>
          </a:p>
          <a:p>
            <a:r>
              <a:rPr lang="ro-RO" sz="1600" dirty="0" smtClean="0">
                <a:latin typeface="+mj-lt"/>
              </a:rPr>
              <a:t>Coordonator științific: Lect. Dr. Ignat Anca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760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Cuprins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o-RO" dirty="0"/>
              <a:t>I</a:t>
            </a:r>
            <a:r>
              <a:rPr lang="ro-RO" dirty="0" smtClean="0"/>
              <a:t>ntroducere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Implementarea</a:t>
            </a:r>
            <a:endParaRPr lang="ro-RO" dirty="0" smtClean="0"/>
          </a:p>
          <a:p>
            <a:pPr marL="457200" indent="-457200">
              <a:buFont typeface="+mj-lt"/>
              <a:buAutoNum type="arabicPeriod"/>
            </a:pPr>
            <a:r>
              <a:rPr lang="ro-RO" dirty="0" smtClean="0"/>
              <a:t>Demonstrație</a:t>
            </a:r>
            <a:endParaRPr lang="ro-RO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Concluzii</a:t>
            </a:r>
            <a:endParaRPr lang="ro-RO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17524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Introducere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Malaria</a:t>
            </a:r>
          </a:p>
          <a:p>
            <a:r>
              <a:rPr lang="en-US" dirty="0" smtClean="0"/>
              <a:t>Motiva</a:t>
            </a:r>
            <a:r>
              <a:rPr lang="ro-RO" dirty="0" smtClean="0"/>
              <a:t>ție</a:t>
            </a:r>
          </a:p>
          <a:p>
            <a:r>
              <a:rPr lang="ro-RO" dirty="0" smtClean="0"/>
              <a:t>Abordarea soluției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28759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Implementare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Segmentator</a:t>
            </a:r>
            <a:endParaRPr lang="ro-RO" dirty="0" smtClean="0"/>
          </a:p>
          <a:p>
            <a:r>
              <a:rPr lang="ro-RO" dirty="0" smtClean="0"/>
              <a:t>Clasificator</a:t>
            </a:r>
            <a:endParaRPr lang="ro-RO" dirty="0" smtClean="0"/>
          </a:p>
          <a:p>
            <a:r>
              <a:rPr lang="ro-RO" dirty="0" smtClean="0"/>
              <a:t>Interfață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2540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Segmentator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7200" y="0"/>
            <a:ext cx="377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solidFill>
                  <a:schemeClr val="tx2"/>
                </a:solidFill>
              </a:rPr>
              <a:t>Prezentarea soluțiilor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1" name="Content Placeholder 10" descr="D:\malaria-part\unlabelled\022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3041" y="2249488"/>
            <a:ext cx="5457917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8302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Segmentator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Obținerea contururilor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377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solidFill>
                  <a:schemeClr val="tx2"/>
                </a:solidFill>
              </a:rPr>
              <a:t>Prezentarea soluțiilor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9" name="Picture 8" descr="D:\Floris\Licenta\CannyEdges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895600"/>
            <a:ext cx="5410200" cy="3793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03508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Segmentator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Probleme întâlnite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Segmentator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Umplerea contururilor</a:t>
            </a:r>
          </a:p>
          <a:p>
            <a:endParaRPr lang="ro-R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377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solidFill>
                  <a:schemeClr val="tx2"/>
                </a:solidFill>
              </a:rPr>
              <a:t>Prezentarea soluțiilor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5" descr="D:\Floris\Licenta\fillCanny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895600"/>
            <a:ext cx="5334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44903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Clasificatorul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377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solidFill>
                  <a:schemeClr val="tx2"/>
                </a:solidFill>
              </a:rPr>
              <a:t>Prezentarea soluțiilor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Antrenare</a:t>
            </a:r>
          </a:p>
          <a:p>
            <a:r>
              <a:rPr lang="ro-RO" dirty="0" smtClean="0"/>
              <a:t>Probleme întâlnite</a:t>
            </a:r>
          </a:p>
          <a:p>
            <a:r>
              <a:rPr lang="ro-RO" dirty="0" smtClean="0"/>
              <a:t>Rezultate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xmlns="" val="1498442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Interfața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377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>
                <a:solidFill>
                  <a:schemeClr val="tx2"/>
                </a:solidFill>
              </a:rPr>
              <a:t>Prezentarea soluțiilor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0" name="Picture 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819400"/>
            <a:ext cx="4016502" cy="2315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45817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Demonstrație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o-RO" sz="4400" b="1" dirty="0" smtClean="0"/>
          </a:p>
          <a:p>
            <a:pPr marL="0" indent="0" algn="ctr">
              <a:buNone/>
            </a:pPr>
            <a:endParaRPr lang="ro-RO" sz="4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6573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Concluzii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Algoritmii </a:t>
            </a:r>
            <a:r>
              <a:rPr lang="ro-RO" dirty="0" smtClean="0"/>
              <a:t>de detectare </a:t>
            </a:r>
            <a:r>
              <a:rPr lang="ro-RO" dirty="0" smtClean="0"/>
              <a:t>a contururilor obiectelor</a:t>
            </a:r>
            <a:endParaRPr lang="ro-RO" dirty="0" smtClean="0"/>
          </a:p>
          <a:p>
            <a:r>
              <a:rPr lang="ro-RO" dirty="0" smtClean="0"/>
              <a:t>Dacă culoarea celulelor sănătoase este apropiată de partea infectată atunci rezultatele detectării scad considerabil</a:t>
            </a:r>
            <a:endParaRPr lang="ro-RO" dirty="0" smtClean="0"/>
          </a:p>
          <a:p>
            <a:r>
              <a:rPr lang="ro-RO" smtClean="0"/>
              <a:t>Algoritmii de clasificare</a:t>
            </a:r>
            <a:endParaRPr lang="ro-RO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2806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819</TotalTime>
  <Words>95</Words>
  <Application>Microsoft Office PowerPoint</Application>
  <PresentationFormat>On-screen Show (4:3)</PresentationFormat>
  <Paragraphs>49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Urban</vt:lpstr>
      <vt:lpstr>Detectarea malariei folosind învățarea automată</vt:lpstr>
      <vt:lpstr>Cuprins</vt:lpstr>
      <vt:lpstr>Introducere</vt:lpstr>
      <vt:lpstr>Implementare</vt:lpstr>
      <vt:lpstr>Segmentator</vt:lpstr>
      <vt:lpstr>Segmentator</vt:lpstr>
      <vt:lpstr>Segmentator</vt:lpstr>
      <vt:lpstr>Segmentator</vt:lpstr>
      <vt:lpstr>Clasificatorul</vt:lpstr>
      <vt:lpstr>Interfața</vt:lpstr>
      <vt:lpstr>Demonstrație</vt:lpstr>
      <vt:lpstr>Concluzii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Tehnici de </dc:title>
  <dc:creator>Andrei Liviu Chirila</dc:creator>
  <cp:lastModifiedBy>Floris</cp:lastModifiedBy>
  <cp:revision>50</cp:revision>
  <dcterms:created xsi:type="dcterms:W3CDTF">2006-08-16T00:00:00Z</dcterms:created>
  <dcterms:modified xsi:type="dcterms:W3CDTF">2020-02-04T20:11:20Z</dcterms:modified>
</cp:coreProperties>
</file>